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9" r:id="rId12"/>
    <p:sldId id="268" r:id="rId13"/>
    <p:sldId id="264" r:id="rId14"/>
    <p:sldId id="265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05963-5A23-4B05-9A85-46654C12F030}" v="4" dt="2026-06-20T03:19:08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itha.k2008@outlook.com" userId="8897e5da29209bf8" providerId="LiveId" clId="{D0888DAB-E119-405A-B58C-571038B3A1B0}"/>
    <pc:docChg chg="undo custSel addSld delSld modSld">
      <pc:chgData name="poojitha.k2008@outlook.com" userId="8897e5da29209bf8" providerId="LiveId" clId="{D0888DAB-E119-405A-B58C-571038B3A1B0}" dt="2026-06-20T03:42:11.151" v="183" actId="1036"/>
      <pc:docMkLst>
        <pc:docMk/>
      </pc:docMkLst>
      <pc:sldChg chg="addSp modSp mod">
        <pc:chgData name="poojitha.k2008@outlook.com" userId="8897e5da29209bf8" providerId="LiveId" clId="{D0888DAB-E119-405A-B58C-571038B3A1B0}" dt="2026-06-20T03:18:47.009" v="105" actId="1076"/>
        <pc:sldMkLst>
          <pc:docMk/>
          <pc:sldMk cId="0" sldId="256"/>
        </pc:sldMkLst>
        <pc:spChg chg="mod">
          <ac:chgData name="poojitha.k2008@outlook.com" userId="8897e5da29209bf8" providerId="LiveId" clId="{D0888DAB-E119-405A-B58C-571038B3A1B0}" dt="2026-06-20T03:17:04.882" v="14" actId="1076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poojitha.k2008@outlook.com" userId="8897e5da29209bf8" providerId="LiveId" clId="{D0888DAB-E119-405A-B58C-571038B3A1B0}" dt="2026-06-20T03:17:14.651" v="18" actId="20577"/>
          <ac:spMkLst>
            <pc:docMk/>
            <pc:sldMk cId="0" sldId="256"/>
            <ac:spMk id="10" creationId="{FC631B87-1E9A-6845-BD8E-44F627CA0CDD}"/>
          </ac:spMkLst>
        </pc:spChg>
        <pc:spChg chg="add mod">
          <ac:chgData name="poojitha.k2008@outlook.com" userId="8897e5da29209bf8" providerId="LiveId" clId="{D0888DAB-E119-405A-B58C-571038B3A1B0}" dt="2026-06-20T03:18:47.009" v="105" actId="1076"/>
          <ac:spMkLst>
            <pc:docMk/>
            <pc:sldMk cId="0" sldId="256"/>
            <ac:spMk id="11" creationId="{011BAB0A-A1FF-1E25-52B7-160894380247}"/>
          </ac:spMkLst>
        </pc:spChg>
      </pc:sldChg>
      <pc:sldChg chg="delSp modSp mod">
        <pc:chgData name="poojitha.k2008@outlook.com" userId="8897e5da29209bf8" providerId="LiveId" clId="{D0888DAB-E119-405A-B58C-571038B3A1B0}" dt="2026-06-20T03:37:04.379" v="177" actId="1076"/>
        <pc:sldMkLst>
          <pc:docMk/>
          <pc:sldMk cId="0" sldId="260"/>
        </pc:sldMkLst>
        <pc:spChg chg="mod">
          <ac:chgData name="poojitha.k2008@outlook.com" userId="8897e5da29209bf8" providerId="LiveId" clId="{D0888DAB-E119-405A-B58C-571038B3A1B0}" dt="2026-06-20T03:37:04.379" v="177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poojitha.k2008@outlook.com" userId="8897e5da29209bf8" providerId="LiveId" clId="{D0888DAB-E119-405A-B58C-571038B3A1B0}" dt="2026-06-20T03:34:11.625" v="146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poojitha.k2008@outlook.com" userId="8897e5da29209bf8" providerId="LiveId" clId="{D0888DAB-E119-405A-B58C-571038B3A1B0}" dt="2026-06-20T03:34:49.082" v="150" actId="20577"/>
          <ac:spMkLst>
            <pc:docMk/>
            <pc:sldMk cId="0" sldId="260"/>
            <ac:spMk id="33" creationId="{00000000-0000-0000-0000-000000000000}"/>
          </ac:spMkLst>
        </pc:spChg>
        <pc:spChg chg="mod">
          <ac:chgData name="poojitha.k2008@outlook.com" userId="8897e5da29209bf8" providerId="LiveId" clId="{D0888DAB-E119-405A-B58C-571038B3A1B0}" dt="2026-06-20T03:35:01.994" v="152" actId="2057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poojitha.k2008@outlook.com" userId="8897e5da29209bf8" providerId="LiveId" clId="{D0888DAB-E119-405A-B58C-571038B3A1B0}" dt="2026-06-20T03:35:53.397" v="163" actId="107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poojitha.k2008@outlook.com" userId="8897e5da29209bf8" providerId="LiveId" clId="{D0888DAB-E119-405A-B58C-571038B3A1B0}" dt="2026-06-20T03:36:30.455" v="172" actId="1076"/>
          <ac:spMkLst>
            <pc:docMk/>
            <pc:sldMk cId="0" sldId="260"/>
            <ac:spMk id="39" creationId="{00000000-0000-0000-0000-000000000000}"/>
          </ac:spMkLst>
        </pc:spChg>
        <pc:spChg chg="mod">
          <ac:chgData name="poojitha.k2008@outlook.com" userId="8897e5da29209bf8" providerId="LiveId" clId="{D0888DAB-E119-405A-B58C-571038B3A1B0}" dt="2026-06-20T03:35:23.809" v="161" actId="20577"/>
          <ac:spMkLst>
            <pc:docMk/>
            <pc:sldMk cId="0" sldId="260"/>
            <ac:spMk id="41" creationId="{00000000-0000-0000-0000-000000000000}"/>
          </ac:spMkLst>
        </pc:spChg>
        <pc:spChg chg="mod">
          <ac:chgData name="poojitha.k2008@outlook.com" userId="8897e5da29209bf8" providerId="LiveId" clId="{D0888DAB-E119-405A-B58C-571038B3A1B0}" dt="2026-06-20T03:36:42.445" v="174" actId="1076"/>
          <ac:spMkLst>
            <pc:docMk/>
            <pc:sldMk cId="0" sldId="260"/>
            <ac:spMk id="43" creationId="{00000000-0000-0000-0000-000000000000}"/>
          </ac:spMkLst>
        </pc:spChg>
        <pc:picChg chg="del">
          <ac:chgData name="poojitha.k2008@outlook.com" userId="8897e5da29209bf8" providerId="LiveId" clId="{D0888DAB-E119-405A-B58C-571038B3A1B0}" dt="2026-06-20T03:34:14.972" v="147" actId="478"/>
          <ac:picMkLst>
            <pc:docMk/>
            <pc:sldMk cId="0" sldId="260"/>
            <ac:picMk id="28" creationId="{00000000-0000-0000-0000-000000000000}"/>
          </ac:picMkLst>
        </pc:picChg>
        <pc:picChg chg="del">
          <ac:chgData name="poojitha.k2008@outlook.com" userId="8897e5da29209bf8" providerId="LiveId" clId="{D0888DAB-E119-405A-B58C-571038B3A1B0}" dt="2026-06-20T03:34:37.629" v="148" actId="478"/>
          <ac:picMkLst>
            <pc:docMk/>
            <pc:sldMk cId="0" sldId="260"/>
            <ac:picMk id="32" creationId="{00000000-0000-0000-0000-000000000000}"/>
          </ac:picMkLst>
        </pc:picChg>
        <pc:picChg chg="del">
          <ac:chgData name="poojitha.k2008@outlook.com" userId="8897e5da29209bf8" providerId="LiveId" clId="{D0888DAB-E119-405A-B58C-571038B3A1B0}" dt="2026-06-20T03:34:56.921" v="151" actId="478"/>
          <ac:picMkLst>
            <pc:docMk/>
            <pc:sldMk cId="0" sldId="260"/>
            <ac:picMk id="34" creationId="{00000000-0000-0000-0000-000000000000}"/>
          </ac:picMkLst>
        </pc:picChg>
        <pc:picChg chg="mod">
          <ac:chgData name="poojitha.k2008@outlook.com" userId="8897e5da29209bf8" providerId="LiveId" clId="{D0888DAB-E119-405A-B58C-571038B3A1B0}" dt="2026-06-20T03:36:52.477" v="175" actId="1076"/>
          <ac:picMkLst>
            <pc:docMk/>
            <pc:sldMk cId="0" sldId="260"/>
            <ac:picMk id="36" creationId="{00000000-0000-0000-0000-000000000000}"/>
          </ac:picMkLst>
        </pc:picChg>
        <pc:picChg chg="mod">
          <ac:chgData name="poojitha.k2008@outlook.com" userId="8897e5da29209bf8" providerId="LiveId" clId="{D0888DAB-E119-405A-B58C-571038B3A1B0}" dt="2026-06-20T03:36:01.080" v="165" actId="1076"/>
          <ac:picMkLst>
            <pc:docMk/>
            <pc:sldMk cId="0" sldId="260"/>
            <ac:picMk id="38" creationId="{00000000-0000-0000-0000-000000000000}"/>
          </ac:picMkLst>
        </pc:picChg>
        <pc:picChg chg="del">
          <ac:chgData name="poojitha.k2008@outlook.com" userId="8897e5da29209bf8" providerId="LiveId" clId="{D0888DAB-E119-405A-B58C-571038B3A1B0}" dt="2026-06-20T03:35:24.863" v="162" actId="478"/>
          <ac:picMkLst>
            <pc:docMk/>
            <pc:sldMk cId="0" sldId="260"/>
            <ac:picMk id="40" creationId="{00000000-0000-0000-0000-000000000000}"/>
          </ac:picMkLst>
        </pc:picChg>
        <pc:picChg chg="mod">
          <ac:chgData name="poojitha.k2008@outlook.com" userId="8897e5da29209bf8" providerId="LiveId" clId="{D0888DAB-E119-405A-B58C-571038B3A1B0}" dt="2026-06-20T03:36:58.343" v="176" actId="1076"/>
          <ac:picMkLst>
            <pc:docMk/>
            <pc:sldMk cId="0" sldId="260"/>
            <ac:picMk id="42" creationId="{00000000-0000-0000-0000-000000000000}"/>
          </ac:picMkLst>
        </pc:picChg>
      </pc:sldChg>
      <pc:sldChg chg="delSp modSp mod">
        <pc:chgData name="poojitha.k2008@outlook.com" userId="8897e5da29209bf8" providerId="LiveId" clId="{D0888DAB-E119-405A-B58C-571038B3A1B0}" dt="2026-06-20T03:42:11.151" v="183" actId="1036"/>
        <pc:sldMkLst>
          <pc:docMk/>
          <pc:sldMk cId="0" sldId="262"/>
        </pc:sldMkLst>
        <pc:spChg chg="mod">
          <ac:chgData name="poojitha.k2008@outlook.com" userId="8897e5da29209bf8" providerId="LiveId" clId="{D0888DAB-E119-405A-B58C-571038B3A1B0}" dt="2026-06-20T03:42:11.151" v="183" actId="1036"/>
          <ac:spMkLst>
            <pc:docMk/>
            <pc:sldMk cId="0" sldId="262"/>
            <ac:spMk id="17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0.082" v="178" actId="478"/>
          <ac:spMkLst>
            <pc:docMk/>
            <pc:sldMk cId="0" sldId="262"/>
            <ac:spMk id="30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34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36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37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41" creationId="{00000000-0000-0000-0000-000000000000}"/>
          </ac:spMkLst>
        </pc:spChg>
        <pc:spChg chg="del">
          <ac:chgData name="poojitha.k2008@outlook.com" userId="8897e5da29209bf8" providerId="LiveId" clId="{D0888DAB-E119-405A-B58C-571038B3A1B0}" dt="2026-06-20T03:41:54.218" v="179" actId="478"/>
          <ac:spMkLst>
            <pc:docMk/>
            <pc:sldMk cId="0" sldId="262"/>
            <ac:spMk id="42" creationId="{00000000-0000-0000-0000-000000000000}"/>
          </ac:spMkLst>
        </pc:spChg>
      </pc:sldChg>
      <pc:sldChg chg="addSp modSp mod">
        <pc:chgData name="poojitha.k2008@outlook.com" userId="8897e5da29209bf8" providerId="LiveId" clId="{D0888DAB-E119-405A-B58C-571038B3A1B0}" dt="2026-06-20T00:02:44.708" v="12" actId="1076"/>
        <pc:sldMkLst>
          <pc:docMk/>
          <pc:sldMk cId="2604576547" sldId="267"/>
        </pc:sldMkLst>
        <pc:spChg chg="add mod">
          <ac:chgData name="poojitha.k2008@outlook.com" userId="8897e5da29209bf8" providerId="LiveId" clId="{D0888DAB-E119-405A-B58C-571038B3A1B0}" dt="2026-06-20T00:02:44.708" v="12" actId="1076"/>
          <ac:spMkLst>
            <pc:docMk/>
            <pc:sldMk cId="2604576547" sldId="267"/>
            <ac:spMk id="6" creationId="{34C61951-1C3C-48E6-8CD6-F7B7D4D98336}"/>
          </ac:spMkLst>
        </pc:spChg>
      </pc:sldChg>
      <pc:sldChg chg="addSp modSp new mod">
        <pc:chgData name="poojitha.k2008@outlook.com" userId="8897e5da29209bf8" providerId="LiveId" clId="{D0888DAB-E119-405A-B58C-571038B3A1B0}" dt="2026-06-20T03:20:00.804" v="145" actId="1076"/>
        <pc:sldMkLst>
          <pc:docMk/>
          <pc:sldMk cId="618248571" sldId="270"/>
        </pc:sldMkLst>
        <pc:spChg chg="add mod">
          <ac:chgData name="poojitha.k2008@outlook.com" userId="8897e5da29209bf8" providerId="LiveId" clId="{D0888DAB-E119-405A-B58C-571038B3A1B0}" dt="2026-06-20T03:20:00.804" v="145" actId="1076"/>
          <ac:spMkLst>
            <pc:docMk/>
            <pc:sldMk cId="618248571" sldId="270"/>
            <ac:spMk id="2" creationId="{4C32B0F6-E272-3C52-DD1F-F466C30A021D}"/>
          </ac:spMkLst>
        </pc:spChg>
      </pc:sldChg>
      <pc:sldChg chg="new del">
        <pc:chgData name="poojitha.k2008@outlook.com" userId="8897e5da29209bf8" providerId="LiveId" clId="{D0888DAB-E119-405A-B58C-571038B3A1B0}" dt="2026-06-20T03:18:54.511" v="107" actId="47"/>
        <pc:sldMkLst>
          <pc:docMk/>
          <pc:sldMk cId="2442919869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83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AD20-BE9C-6E26-D9CB-714F5AB53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13C7E-2CF6-3F42-D6A0-12CB1E44B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4F608-86A2-E9AF-E8DF-FED974134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331C9-1039-2D42-BCEE-32DD610425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10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1D250-EF33-05FE-CA5C-97FC1816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562FA-7336-D9AE-5E6B-2AAE90268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00A55-61B4-337A-FD88-8E0C906FB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B1F3-F7E0-869C-9BB3-A16120DCD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90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0D18-0177-2DB1-E76B-5BEF8E35D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9D26D-9406-654F-6AE0-7D18AE32C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42C53-ADC3-716E-FA82-534FC6B1E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9675D-74F4-17D2-A252-AE6056857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09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7C7D-5BE1-38EA-6907-BC31DEF8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40023-BFCE-A48E-0F22-EDF98CFE1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7BBA4-B198-C5D9-B4A9-CB940F7CC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FD648-5FB7-F33B-907D-8224D48839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85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5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66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990011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FEDF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Bank Management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digital platform connecting donors and hospitals for faster,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and smarter blood supply management.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00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Engineering Design Framework (FEDF) — Project Documentation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Module  ·  Hospital Module  ·  Admin Dashboard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31B87-1E9A-6845-BD8E-44F627CA0CDD}"/>
              </a:ext>
            </a:extLst>
          </p:cNvPr>
          <p:cNvSpPr txBox="1"/>
          <p:nvPr/>
        </p:nvSpPr>
        <p:spPr>
          <a:xfrm>
            <a:off x="9860692" y="5544065"/>
            <a:ext cx="174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BAB0A-A1FF-1E25-52B7-160894380247}"/>
              </a:ext>
            </a:extLst>
          </p:cNvPr>
          <p:cNvSpPr txBox="1"/>
          <p:nvPr/>
        </p:nvSpPr>
        <p:spPr>
          <a:xfrm>
            <a:off x="8896865" y="5099222"/>
            <a:ext cx="3295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Team-19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Poojitha Sai</a:t>
            </a:r>
            <a:r>
              <a:rPr lang="en-IN" dirty="0">
                <a:solidFill>
                  <a:schemeClr val="bg1"/>
                </a:solidFill>
              </a:rPr>
              <a:t> [2520030103]</a:t>
            </a:r>
          </a:p>
          <a:p>
            <a:r>
              <a:rPr lang="en-IN" dirty="0">
                <a:solidFill>
                  <a:schemeClr val="bg1"/>
                </a:solidFill>
              </a:rPr>
              <a:t>Anushka Kulkarni [2520030501]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exists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Bank Management System digitizes the entire blood donation and distribution lifecycle — from donor registration to hospital fulfillment — replacing manual registers and phone-based coordination with a single, reliable digital platform.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749040"/>
            <a:ext cx="146304" cy="14630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639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Donors &amp; Hospitals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000" y="390448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platform where donors register and hospitals manage supply, instead of fragmented manual systems.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4498848"/>
            <a:ext cx="146304" cy="14630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Response Time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3000" y="46542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time between a hospital's blood request and donor mobilization during emergencies.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5248656"/>
            <a:ext cx="146304" cy="14630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138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Visibility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43000" y="540410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hospitals real-time visibility into stock levels, blood groups, and expiry across their blood bank.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155448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99001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28800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8096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Two Audiences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6809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6D6"/>
                </a:solidFill>
              </a:rPr>
              <a:t>DONORS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680960" y="3337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check eligibility, book donation slots, and track history.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680960" y="4114800"/>
            <a:ext cx="3611880" cy="0"/>
          </a:xfrm>
          <a:prstGeom prst="line">
            <a:avLst/>
          </a:prstGeom>
          <a:noFill/>
          <a:ln w="12700">
            <a:solidFill>
              <a:srgbClr val="C76A6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80960" y="4251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6D6"/>
                </a:solidFill>
              </a:rPr>
              <a:t>HOSPITALS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680960" y="4526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live inventory, find nearby donors, track expiry, and raise requests.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banks today still rely heavily on manual registers, spreadsheets, and phone calls to track donors and inventory. This creates avoidable delays and risk exactly when speed matters most.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43200"/>
            <a:ext cx="640080" cy="64008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8986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6616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Stock Visibility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2519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cannot see live unit counts by blood group, leading to over- or under-ordering.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246888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2743200"/>
            <a:ext cx="640080" cy="64008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8986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56616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Emergency Response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42519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compatible, nearby donors during a crisis depends on manual calling chains.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246888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2743200"/>
            <a:ext cx="640080" cy="64008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8986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56616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Compatibility Checks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42519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cross-check donor/recipient blood group compatibility by hand, risking human error.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778240" y="246888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06840" y="2743200"/>
            <a:ext cx="640080" cy="64008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8986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06840" y="356616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from Expired Units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006840" y="42519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expiry tracking, units lapse unused instead of being dispatched first.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5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415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8A8A"/>
                </a:solidFill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C1B1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328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donor &amp; hospital workflows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9008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replacing scattered registers, spreadsheets, and calls.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C1B1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011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5328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emergency fulfilment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26280" y="299008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Geo-based donor search to cut response time for urgent requests.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C1B1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0116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25328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compatibility logic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75320" y="299008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blood-group compatibility engine removes manual lookup errors.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C1B1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06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72744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inventory wastage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77240" y="518464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tracking and a use-first dispatch priority list for near-expiry stock.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C1B1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2062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26280" y="472744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hospitals decision-ready data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26280" y="518464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summarising stock, demand, and donor counts.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2C1B1C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420624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75320" y="472744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safe, role-based access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275320" y="518464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secure donor and hospital login/registration flows.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FF8E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2316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359152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registration, login &amp; profile management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84348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72034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Hospital/admin registration, login &amp; profile management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45536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3081528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appointment booking &amp; history ledger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06724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3000" y="34427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compatibility checker (give/receive logic)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7912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" y="3803904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inventory management with expiry tracking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29100"/>
            <a:ext cx="164592" cy="16459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43000" y="4165092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"Use-first" dispensation priority for near-expiry stock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164592" cy="16459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143000" y="452628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Geo-location based nearby donor search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51476"/>
            <a:ext cx="164592" cy="16459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143000" y="4887468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allocation request pipeline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12664"/>
            <a:ext cx="164592" cy="16459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143000" y="524865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4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stock &amp; donor summary stats</a:t>
            </a:r>
            <a:endParaRPr lang="en-US" sz="1100" dirty="0"/>
          </a:p>
        </p:txBody>
      </p:sp>
      <p:sp>
        <p:nvSpPr>
          <p:cNvPr id="25" name="Shape 13"/>
          <p:cNvSpPr/>
          <p:nvPr/>
        </p:nvSpPr>
        <p:spPr>
          <a:xfrm>
            <a:off x="5838845" y="1540604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28800"/>
            <a:ext cx="457200" cy="45720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94944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6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29" name="Text 15"/>
          <p:cNvSpPr/>
          <p:nvPr/>
        </p:nvSpPr>
        <p:spPr>
          <a:xfrm>
            <a:off x="6629400" y="2359152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825496"/>
            <a:ext cx="164592" cy="164592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629400" y="276148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third-party Maps &amp; GPS API integration (currently simulated)</a:t>
            </a:r>
            <a:endParaRPr lang="en-US" sz="1100" dirty="0"/>
          </a:p>
        </p:txBody>
      </p:sp>
      <p:sp>
        <p:nvSpPr>
          <p:cNvPr id="33" name="Text 17"/>
          <p:cNvSpPr/>
          <p:nvPr/>
        </p:nvSpPr>
        <p:spPr>
          <a:xfrm>
            <a:off x="6629400" y="3163824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18"/>
          <p:cNvSpPr/>
          <p:nvPr/>
        </p:nvSpPr>
        <p:spPr>
          <a:xfrm>
            <a:off x="6629400" y="356616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38581"/>
            <a:ext cx="164592" cy="164592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6629400" y="3227992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applications (iOS / Android)</a:t>
            </a:r>
            <a:endParaRPr lang="en-US" sz="110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744308"/>
            <a:ext cx="164592" cy="164592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6629400" y="370332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SMS / email notification systems</a:t>
            </a:r>
            <a:endParaRPr lang="en-US" sz="1100" dirty="0"/>
          </a:p>
        </p:txBody>
      </p:sp>
      <p:sp>
        <p:nvSpPr>
          <p:cNvPr id="41" name="Text 21"/>
          <p:cNvSpPr/>
          <p:nvPr/>
        </p:nvSpPr>
        <p:spPr>
          <a:xfrm>
            <a:off x="6629400" y="477316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683" y="4302252"/>
            <a:ext cx="164592" cy="164592"/>
          </a:xfrm>
          <a:prstGeom prst="rect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6629400" y="422910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weather-API based safety interlocks (currently simulated)</a:t>
            </a:r>
            <a:endParaRPr lang="en-US" sz="1100" dirty="0"/>
          </a:p>
        </p:txBody>
      </p:sp>
      <p:sp>
        <p:nvSpPr>
          <p:cNvPr id="44" name="Text 2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777240" cy="77724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1671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20240" y="2441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willing to donate blood.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" y="316382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0358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with personal &amp; medical details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3877056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eligibility &amp; blood group compatibility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4590288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4622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and manage donation appointments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" y="5303520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51755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donation history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E8EBF7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167128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3524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/ Blood Bank Admin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635240" y="2441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managing blood supply.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675120" y="3163824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30358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facility with license &amp; contact details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75120" y="3877056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 inventory by blood group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75120" y="4590288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3"/>
          <p:cNvSpPr/>
          <p:nvPr/>
        </p:nvSpPr>
        <p:spPr>
          <a:xfrm>
            <a:off x="6903720" y="44622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expiry &amp; dispatch priority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75120" y="5303520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9" name="Text 25"/>
          <p:cNvSpPr/>
          <p:nvPr/>
        </p:nvSpPr>
        <p:spPr>
          <a:xfrm>
            <a:off x="6903720" y="51755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nearby donors &amp; raise allocation requests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562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Module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256032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2423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FR1: Register &amp; login as a donor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327355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31363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FR2: Manage personal &amp; medical profile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98678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84962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FR3: Book / cancel donation appointments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470001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456285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FR4: View donation history ledger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541324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527608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FR5: Check own blood-group compatibility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1570522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82880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18562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Module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617720" y="256032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7"/>
          <p:cNvSpPr/>
          <p:nvPr/>
        </p:nvSpPr>
        <p:spPr>
          <a:xfrm>
            <a:off x="4818888" y="2423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FR6: Register &amp; login as a hospital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17720" y="327355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3" name="Text 19"/>
          <p:cNvSpPr/>
          <p:nvPr/>
        </p:nvSpPr>
        <p:spPr>
          <a:xfrm>
            <a:off x="4818888" y="31363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FR7: View &amp; update live unit inventory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17720" y="398678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1"/>
          <p:cNvSpPr/>
          <p:nvPr/>
        </p:nvSpPr>
        <p:spPr>
          <a:xfrm>
            <a:off x="4818888" y="384962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FR8: Track expiry &amp; use-first priority list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17720" y="470001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7" name="Text 23"/>
          <p:cNvSpPr/>
          <p:nvPr/>
        </p:nvSpPr>
        <p:spPr>
          <a:xfrm>
            <a:off x="4818888" y="456285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FR9: Run compatibility cross-match queries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617720" y="541324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9" name="Text 25"/>
          <p:cNvSpPr/>
          <p:nvPr/>
        </p:nvSpPr>
        <p:spPr>
          <a:xfrm>
            <a:off x="4818888" y="527608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FR10: Raise &amp; track allocation requests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lookups and inventory updates must reflect on screen instantly (client-side state, sub-second response).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9110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28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423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keeps donor and hospital data and workflows fully separated; required-field validation on all forms.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91109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828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423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two-role login (Donor / Hospital), simple forms with icons &amp; labels, mobile-responsive grid layouts.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10565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23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6177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 (profile, inventory, booking) must remain usable even when simulated external services (maps, weather) are slow.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10565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023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46177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architecture (shared dashboard shell, reusable Field components) for easy extension.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49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410565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023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46177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donor data structures designed to scale from in-memory state to a real backend/database later.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0DE26-3D34-4D5B-BBBC-1866C645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>
            <a:extLst>
              <a:ext uri="{FF2B5EF4-FFF2-40B4-BE49-F238E27FC236}">
                <a16:creationId xmlns:a16="http://schemas.microsoft.com/office/drawing/2014/main" id="{95EEA673-9590-DA3E-B2B0-CC68DE51F1CD}"/>
              </a:ext>
            </a:extLst>
          </p:cNvPr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15981E8-D04C-6448-04CE-0033D079B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57" y="1476374"/>
            <a:ext cx="9149713" cy="434690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290214D-7F1E-163F-794C-0993C8A93099}"/>
              </a:ext>
            </a:extLst>
          </p:cNvPr>
          <p:cNvSpPr txBox="1"/>
          <p:nvPr/>
        </p:nvSpPr>
        <p:spPr>
          <a:xfrm>
            <a:off x="537410" y="451502"/>
            <a:ext cx="5815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Project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1816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D8FCB-519D-433C-76B2-0F72F626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>
            <a:extLst>
              <a:ext uri="{FF2B5EF4-FFF2-40B4-BE49-F238E27FC236}">
                <a16:creationId xmlns:a16="http://schemas.microsoft.com/office/drawing/2014/main" id="{04420DEE-5583-1675-9632-0516B14AFBBF}"/>
              </a:ext>
            </a:extLst>
          </p:cNvPr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CFA76-8502-E338-68C4-62EF129CF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97" y="1359723"/>
            <a:ext cx="6427304" cy="34811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71C42B-B9E1-38E5-BEA8-E28A9499F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771" y="205740"/>
            <a:ext cx="4505549" cy="6446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61951-1C3C-48E6-8CD6-F7B7D4D98336}"/>
              </a:ext>
            </a:extLst>
          </p:cNvPr>
          <p:cNvSpPr txBox="1"/>
          <p:nvPr/>
        </p:nvSpPr>
        <p:spPr>
          <a:xfrm>
            <a:off x="176463" y="177910"/>
            <a:ext cx="4283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Outputs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576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4589F-B869-992A-AA6A-6E9A2668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>
            <a:extLst>
              <a:ext uri="{FF2B5EF4-FFF2-40B4-BE49-F238E27FC236}">
                <a16:creationId xmlns:a16="http://schemas.microsoft.com/office/drawing/2014/main" id="{6C7DBCFB-424A-0184-6B2B-F30369149BA0}"/>
              </a:ext>
            </a:extLst>
          </p:cNvPr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8B22A2-7368-506F-7870-AA7CB3B78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231250"/>
            <a:ext cx="3913062" cy="62152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0D933-698C-B5A5-B8D8-401B86D1E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74" y="935533"/>
            <a:ext cx="7389412" cy="405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45DCA-C516-A60A-3657-0792E92E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>
            <a:extLst>
              <a:ext uri="{FF2B5EF4-FFF2-40B4-BE49-F238E27FC236}">
                <a16:creationId xmlns:a16="http://schemas.microsoft.com/office/drawing/2014/main" id="{7B9DCE99-D533-6626-A384-06BBFEE0EF03}"/>
              </a:ext>
            </a:extLst>
          </p:cNvPr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3D7A3-0D47-0B2F-631F-07F7EF541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297" y="1135320"/>
            <a:ext cx="8375374" cy="458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5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assumptions define the boundaries the current build operates within; they should be revisited before production deployment.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803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852928"/>
            <a:ext cx="2679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client-side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49808" y="331927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hospital and inventory data live in component state for this prototype, not a persistent database.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187952" y="269748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88036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82312" y="2852928"/>
            <a:ext cx="2679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data is simulated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389120" y="331927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locations and distance calculations use mock coordinates and the Haversine formula, not a live Maps API.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827264" y="269748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2" y="28803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21624" y="2852928"/>
            <a:ext cx="2679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self-report accurately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028432" y="331927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eligibility (age, last donation date, medical fitness) is assumed accurate as entered by the user.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48640" y="4590288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77316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4745736"/>
            <a:ext cx="2679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hospital context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749808" y="52120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hospital session manages its own inventory; cross-hospital sharing is out of scope for this version.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187952" y="4590288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4773168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782312" y="4745736"/>
            <a:ext cx="2679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network &amp; device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389120" y="52120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assumes a modern browser with stable connectivity; offline support is not assumed.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7827264" y="4590288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8432" y="4773168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421624" y="4745736"/>
            <a:ext cx="2679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illustrative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8028432" y="52120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 validate presence of fields but do not yet implement production-grade password security.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5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415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8A8A"/>
                </a:solidFill>
              </a:rPr>
              <a:t>SECTION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385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0136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can successfully register, log in, and view/edit their profile details.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9385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180136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can successfully register, log in, and view its admin dashboard summary.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718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8346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patient blood group correctly returns all compatible donor/recipient groups per the compatibility map.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080760" y="2724912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9718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0" y="28346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unit counts update immediately when an admin edits stock for any blood group.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3758184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05072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8679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with expiry ≤ 5 days are visibly flagged and appear at the top of the use-first priority list.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080760" y="3758184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40050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66560" y="38679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geo-finder returns only donors within the selected radius, sorted by distance.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548640" y="4791456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38344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34440" y="490118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an allocation request adds it to the active request log with a Pending status.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080760" y="4791456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2C1B1C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5038344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766560" y="490118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form fields block submission until completed (no silent failures).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32B0F6-E272-3C52-DD1F-F466C30A021D}"/>
              </a:ext>
            </a:extLst>
          </p:cNvPr>
          <p:cNvSpPr txBox="1"/>
          <p:nvPr/>
        </p:nvSpPr>
        <p:spPr>
          <a:xfrm>
            <a:off x="1347537" y="2253916"/>
            <a:ext cx="9200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THANK YOU!</a:t>
            </a:r>
            <a:endParaRPr lang="en-IN" sz="9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24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1084</Words>
  <Application>Microsoft Office PowerPoint</Application>
  <PresentationFormat>Widescreen</PresentationFormat>
  <Paragraphs>165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Bank Management System</dc:title>
  <dc:subject>PptxGenJS Presentation</dc:subject>
  <dc:creator>FEDF Project</dc:creator>
  <cp:lastModifiedBy>poojitha.k2008@outlook.com</cp:lastModifiedBy>
  <cp:revision>2</cp:revision>
  <dcterms:created xsi:type="dcterms:W3CDTF">2026-06-19T09:38:03Z</dcterms:created>
  <dcterms:modified xsi:type="dcterms:W3CDTF">2026-06-20T03:42:18Z</dcterms:modified>
</cp:coreProperties>
</file>